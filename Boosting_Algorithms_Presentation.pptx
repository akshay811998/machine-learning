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12.jpg" ContentType="image/png"/>
  <Override PartName="/ppt/media/image13.jpg" ContentType="image/png"/>
  <Override PartName="/ppt/media/image14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AdaBoost</a:t>
            </a:r>
            <a:r>
              <a:rPr lang="en-US" dirty="0"/>
              <a:t> - Overview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image 1 for AdaBoost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29A5AF-ADB9-4EF5-AC1D-CBC7F144B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599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AdaBoost </a:t>
            </a:r>
            <a:r>
              <a:rPr lang="en-IN" dirty="0"/>
              <a:t>–</a:t>
            </a:r>
            <a:r>
              <a:rPr dirty="0"/>
              <a:t> </a:t>
            </a:r>
            <a:r>
              <a:rPr lang="en-US" dirty="0"/>
              <a:t>Model’s Influence vs Model’s Total Error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image 2 for AdaBoost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569949-67DA-48A6-B84D-3FC7988D1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54212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AdaBoost </a:t>
            </a:r>
            <a:r>
              <a:rPr lang="en-IN" dirty="0"/>
              <a:t>–</a:t>
            </a:r>
            <a:r>
              <a:rPr dirty="0"/>
              <a:t> </a:t>
            </a:r>
            <a:r>
              <a:rPr lang="en-US" dirty="0"/>
              <a:t>Regression Dataset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image 3 for AdaBoost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7B9326-7B93-4018-A2FD-CFD726262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31987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AdaBoost</a:t>
            </a:r>
            <a:r>
              <a:rPr lang="en-US" dirty="0"/>
              <a:t> vs Random Forest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image 4 for AdaBoost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305E5-25FE-491C-91F8-BACC686B4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31987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AdaBoost</a:t>
            </a:r>
            <a:r>
              <a:rPr lang="en-US" dirty="0"/>
              <a:t> - Trees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C410C-1DA7-4538-8DED-3380253AC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51657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19200-5F50-4B9B-A1D1-817E9642B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AdaBoost - Trees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557156-B17F-4357-A8B2-36BD130F1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10" y="1417638"/>
            <a:ext cx="8223390" cy="462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70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XGBoost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536E16-3AC6-41A4-9E03-3F13B98DB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51657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XGBoost</a:t>
            </a:r>
            <a:r>
              <a:rPr dirty="0"/>
              <a:t> </a:t>
            </a:r>
            <a:r>
              <a:rPr lang="en-IN" dirty="0"/>
              <a:t>–</a:t>
            </a:r>
            <a:r>
              <a:rPr dirty="0"/>
              <a:t> </a:t>
            </a:r>
            <a:r>
              <a:rPr lang="en-US" dirty="0"/>
              <a:t>Regression Dataset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E41AD-AE15-4F0F-BB59-6A7D8F12C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51657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XGBoost</a:t>
            </a:r>
            <a:r>
              <a:rPr dirty="0"/>
              <a:t> - </a:t>
            </a:r>
            <a:r>
              <a:rPr lang="en-US" dirty="0"/>
              <a:t>Terminology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00C848-372E-487F-A412-FA2B2E6DA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51657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XGBoost</a:t>
            </a:r>
            <a:r>
              <a:rPr dirty="0"/>
              <a:t> - </a:t>
            </a:r>
            <a:r>
              <a:rPr lang="en-US" dirty="0"/>
              <a:t>Algorithm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0DA687-393A-4271-8315-D665E1FF4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51657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XGBoost</a:t>
            </a:r>
            <a:r>
              <a:rPr dirty="0"/>
              <a:t> </a:t>
            </a:r>
            <a:r>
              <a:rPr lang="en-US" dirty="0"/>
              <a:t>Vs Ada Boost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E4B06C-1747-4535-87F4-930219A42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54403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</a:t>
            </a:r>
            <a:r>
              <a:rPr lang="en-IN" dirty="0"/>
              <a:t>G Boost – How it works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23DB58-7E5D-41D4-8041-79E1BD8CE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417638"/>
            <a:ext cx="8229599" cy="51050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LightGBM</a:t>
            </a:r>
            <a:r>
              <a:rPr dirty="0"/>
              <a:t> - </a:t>
            </a:r>
            <a:r>
              <a:rPr lang="en-US" dirty="0"/>
              <a:t>Iterations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9CA77D-E3AF-4984-9983-754A7B734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7620000" cy="50593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XG vs LG Boost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64F030-3470-4D1B-BF2A-89A7B2D9B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51657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78</Words>
  <Application>Microsoft Office PowerPoint</Application>
  <PresentationFormat>On-screen Show (4:3)</PresentationFormat>
  <Paragraphs>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AdaBoost - Overview</vt:lpstr>
      <vt:lpstr>AdaBoost – Model’s Influence vs Model’s Total Error</vt:lpstr>
      <vt:lpstr>AdaBoost – Regression Dataset</vt:lpstr>
      <vt:lpstr>AdaBoost vs Random Forest</vt:lpstr>
      <vt:lpstr>AdaBoost - Trees</vt:lpstr>
      <vt:lpstr>AdaBoost - Trees</vt:lpstr>
      <vt:lpstr>XGBoost</vt:lpstr>
      <vt:lpstr>XGBoost – Regression Dataset</vt:lpstr>
      <vt:lpstr>XGBoost - Terminology</vt:lpstr>
      <vt:lpstr>XGBoost - Algorithm</vt:lpstr>
      <vt:lpstr>XGBoost Vs Ada Boost</vt:lpstr>
      <vt:lpstr>LG Boost – How it works</vt:lpstr>
      <vt:lpstr>LightGBM - Iterations</vt:lpstr>
      <vt:lpstr>XG vs LG Boost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AdaBoost - Overview</dc:title>
  <dc:subject/>
  <dc:creator/>
  <cp:keywords/>
  <dc:description>generated using python-pptx</dc:description>
  <cp:lastModifiedBy>Ananth Hakshay</cp:lastModifiedBy>
  <cp:revision>13</cp:revision>
  <dcterms:created xsi:type="dcterms:W3CDTF">2013-01-27T09:14:16Z</dcterms:created>
  <dcterms:modified xsi:type="dcterms:W3CDTF">2026-03-21T08:24:55Z</dcterms:modified>
  <cp:category/>
</cp:coreProperties>
</file>